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05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almanrafiqq/UrActive" TargetMode="External"/><Relationship Id="rId4" Type="http://schemas.openxmlformats.org/officeDocument/2006/relationships/hyperlink" Target="https://uractive.netlify.app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164592"/>
            <a:ext cx="109728" cy="109728"/>
          </a:xfrm>
          <a:prstGeom prst="ellipse">
            <a:avLst/>
          </a:prstGeom>
          <a:solidFill>
            <a:srgbClr val="2ECC71">
              <a:alpha val="4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73568" y="164592"/>
            <a:ext cx="109728" cy="109728"/>
          </a:xfrm>
          <a:prstGeom prst="ellipse">
            <a:avLst/>
          </a:prstGeom>
          <a:solidFill>
            <a:srgbClr val="2ECC71">
              <a:alpha val="4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74736" y="164592"/>
            <a:ext cx="109728" cy="109728"/>
          </a:xfrm>
          <a:prstGeom prst="ellipse">
            <a:avLst/>
          </a:prstGeom>
          <a:solidFill>
            <a:srgbClr val="2ECC71">
              <a:alpha val="4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75904" y="164592"/>
            <a:ext cx="109728" cy="109728"/>
          </a:xfrm>
          <a:prstGeom prst="ellipse">
            <a:avLst/>
          </a:prstGeom>
          <a:solidFill>
            <a:srgbClr val="2ECC71">
              <a:alpha val="4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77072" y="164592"/>
            <a:ext cx="109728" cy="109728"/>
          </a:xfrm>
          <a:prstGeom prst="ellipse">
            <a:avLst/>
          </a:prstGeom>
          <a:solidFill>
            <a:srgbClr val="2ECC71">
              <a:alpha val="4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0" y="164592"/>
            <a:ext cx="109728" cy="109728"/>
          </a:xfrm>
          <a:prstGeom prst="ellipse">
            <a:avLst/>
          </a:prstGeom>
          <a:solidFill>
            <a:srgbClr val="2ECC71">
              <a:alpha val="40000"/>
            </a:srgbClr>
          </a:solidFill>
          <a:ln w="12700">
            <a:solidFill>
              <a:srgbClr val="2ECC7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822960"/>
            <a:ext cx="1463040" cy="1463040"/>
          </a:xfrm>
          <a:prstGeom prst="ellipse">
            <a:avLst/>
          </a:prstGeom>
          <a:solidFill>
            <a:srgbClr val="243560"/>
          </a:solidFill>
          <a:ln w="381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8229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ECC71"/>
                </a:solidFill>
              </a:rPr>
              <a:t>U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194560" y="9144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URActive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194560" y="17373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Event Discovery &amp; Management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94560" y="2377440"/>
            <a:ext cx="5486400" cy="36576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94560" y="25146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Salman Zahid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200537984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94560" y="29260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C2dev: MVP-1 &amp; Demo 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2560320" cy="402336"/>
          </a:xfrm>
          <a:prstGeom prst="roundRect">
            <a:avLst>
              <a:gd name="adj" fmla="val 27273"/>
            </a:avLst>
          </a:prstGeom>
          <a:solidFill>
            <a:srgbClr val="24356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4297680"/>
            <a:ext cx="2560320" cy="402336"/>
          </a:xfrm>
          <a:prstGeom prst="roundRect">
            <a:avLst>
              <a:gd name="adj" fmla="val 27273"/>
            </a:avLst>
          </a:prstGeom>
          <a:solidFill>
            <a:srgbClr val="24356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0" y="4297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Organizer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297680"/>
            <a:ext cx="2560320" cy="402336"/>
          </a:xfrm>
          <a:prstGeom prst="roundRect">
            <a:avLst>
              <a:gd name="adj" fmla="val 27273"/>
            </a:avLst>
          </a:prstGeom>
          <a:solidFill>
            <a:srgbClr val="24356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4297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URActive?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12648" y="1252728"/>
            <a:ext cx="512064" cy="51206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13679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52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Discovery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filter upcoming campus events in one centralised Discover page — no more scattered emails or Instagram posts.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10328" y="1252728"/>
            <a:ext cx="512064" cy="512064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542" y="136794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252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&amp; Registration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892040" y="1691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register for events instantly. Registered events appear under My Events for easy tracking anytime.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30175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12648" y="3172968"/>
            <a:ext cx="512064" cy="51206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" y="328818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172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Creation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94360" y="3611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organizers fill a simple Create Event form and submit for review — all from one place.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54880" y="30175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910328" y="3172968"/>
            <a:ext cx="512064" cy="512064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5542" y="328818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3172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Moderation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892040" y="3611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approve, request changes, or reject submissions via a dedicated review queue with built-in feedback.</a:t>
            </a:r>
            <a:endParaRPr lang="en-US" sz="11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211604-1458-1B61-273E-71D95BECF0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2409" y="306033"/>
            <a:ext cx="1457662" cy="4225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Personas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roles drive the URActive MVP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2743200" cy="347472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527048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" y="164226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Khan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2057400"/>
            <a:ext cx="2468880" cy="2743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Attendee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2468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campus events in one place &amp; RSVP quickly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3218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Pain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1480" y="3447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scattered across email, Instagram &amp; notice boards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1480" y="39684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Needs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4197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Discover page + simple RSVP flow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0" y="1280160"/>
            <a:ext cx="2743200" cy="347472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200400" y="1280160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200400" y="1600200"/>
            <a:ext cx="2743200" cy="3200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355848" y="1527048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062" y="1642262"/>
            <a:ext cx="281635" cy="28163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97764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Lee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337560" y="2057400"/>
            <a:ext cx="2468880" cy="2743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33756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Organizer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337560" y="2468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33756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events easily &amp; track approval status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337560" y="3218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Pain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337560" y="3447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Reposting across platforms, no visibility on approval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337560" y="39684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Needs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337560" y="4197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Create Event form + organizer dashboard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126480" y="1280160"/>
            <a:ext cx="2743200" cy="347472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126480" y="1280160"/>
            <a:ext cx="2743200" cy="64008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126480" y="1600200"/>
            <a:ext cx="2743200" cy="320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6281928" y="1527048"/>
            <a:ext cx="512064" cy="5120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7142" y="1642262"/>
            <a:ext cx="281635" cy="281635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90372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Kristein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6263640" y="2057400"/>
            <a:ext cx="2468880" cy="274320"/>
          </a:xfrm>
          <a:prstGeom prst="roundRect">
            <a:avLst>
              <a:gd name="adj" fmla="val 26667"/>
            </a:avLst>
          </a:prstGeom>
          <a:solidFill>
            <a:srgbClr val="000000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626364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Reviewer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263640" y="2468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26364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submissions efficiently &amp; maintain quality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263640" y="3218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Pain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6263640" y="34472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back-and-forth, incomplete submissions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6263640" y="39684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Needs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263640" y="41970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+ approve/reject/request-changes actions</a:t>
            </a:r>
            <a:endParaRPr lang="en-US" sz="1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3F7F630-140F-1951-CFD7-F8D55FD20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2409" y="306033"/>
            <a:ext cx="1457662" cy="4225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1 — Student Discovers &amp; Registers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Khan  ·  Student Attendee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344168"/>
            <a:ext cx="658368" cy="6583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488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URActive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976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launches the app on her phone and lands on the Discover page.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13432" y="2377440"/>
            <a:ext cx="128016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295144" y="22402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6888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08960" y="1344168"/>
            <a:ext cx="658368" cy="6583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0896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2148840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032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Events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57860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sees a list of upcoming approved events sorted by date and spots a photography workshop.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462272" y="2377440"/>
            <a:ext cx="128016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443984" y="22402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61772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257800" y="1344168"/>
            <a:ext cx="658368" cy="6583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25780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48840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0916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Details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72744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taps the event to see the full description, date, time, and location — registration still open.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611112" y="2377440"/>
            <a:ext cx="128016" cy="7315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592824" y="22402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76656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7406640" y="1344168"/>
            <a:ext cx="658368" cy="6583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740664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2148840"/>
            <a:ext cx="594360" cy="5943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5800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RSVPs Instantly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687628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on RSVP/Register saves the event to My Events. No screenshot or reminder needed.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E8F8F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Outcome: Event saved to My Events — one reliable place for all campus activities, zero missed opportunities.</a:t>
            </a:r>
            <a:endParaRPr lang="en-US" sz="11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168BB3B-C390-F288-5864-C842513D96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4176" y="327274"/>
            <a:ext cx="1457662" cy="4225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2 — Organizer Submits an Event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Lee  ·  Student Organizer  ·  CS Society Python Workshop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344168"/>
            <a:ext cx="658368" cy="65836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488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Create Event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976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logs into URActive on his laptop and navigates to the Create Event page.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95144" y="22402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6888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08960" y="1344168"/>
            <a:ext cx="658368" cy="6583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10896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214884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Form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57860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enters the title, description, category, date, time, and room number.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443984" y="22402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1772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257800" y="1344168"/>
            <a:ext cx="658368" cy="6583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25780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4884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for Review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72744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Submit for Review — event is stored and marked Pending Review instantly.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592824" y="22402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76656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406640" y="1344168"/>
            <a:ext cx="658368" cy="6583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740664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2148840"/>
            <a:ext cx="594360" cy="5943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on Dashboard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87628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Dashboard shows the event with its current status — no follow-up email needed.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EEF4F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Outcome: Event pending review — creation, submission, and status tracking all in one place.</a:t>
            </a:r>
            <a:endParaRPr lang="en-US" sz="11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6AB1C78-DF08-9285-8FE3-3E3AD1D6B8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2409" y="306033"/>
            <a:ext cx="1457662" cy="4225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3 — Admin Reviews a Submission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Amanda Kristein  ·  Faculty Advisor / Admin Reviewer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344168"/>
            <a:ext cx="658368" cy="65836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488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Review Queue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976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Kristein logs in and opens the Admin Review page — all pending submissions listed.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95144" y="22402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46888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08960" y="1344168"/>
            <a:ext cx="658368" cy="6583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10896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214884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Submission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57860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selects the CS Society workshop and reviews title, description, date, time — but location is blank.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443984" y="22402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1772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257800" y="1344168"/>
            <a:ext cx="658368" cy="6583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25780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48840"/>
            <a:ext cx="594360" cy="5943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Changes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72744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clicks Request Changes, types a note asking for the venue/room number, and confirms.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592824" y="2240280"/>
            <a:ext cx="164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766560" y="1234440"/>
            <a:ext cx="1965960" cy="3383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406640" y="1344168"/>
            <a:ext cx="658368" cy="6583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7406640" y="1344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2148840"/>
            <a:ext cx="594360" cy="5943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2880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Returned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876288" y="333756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returns the event to Daniel with her note attached and updates the status accordingly.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FDECEA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Outcome: Communication structured within the platform — no email chains, traceable feedback.</a:t>
            </a:r>
            <a:endParaRPr lang="en-US" sz="11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C94C4ED-8C96-0120-5D47-93BDC57160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2409" y="306033"/>
            <a:ext cx="1457662" cy="4225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43200" cy="397764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16152"/>
            <a:ext cx="2743200" cy="24688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Attendee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1600200"/>
            <a:ext cx="2523744" cy="896112"/>
          </a:xfrm>
          <a:prstGeom prst="roundRect">
            <a:avLst>
              <a:gd name="adj" fmla="val 918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student,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85623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Browse upcoming campus events on Discover page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" y="2651760"/>
            <a:ext cx="2523744" cy="896112"/>
          </a:xfrm>
          <a:prstGeom prst="roundRect">
            <a:avLst>
              <a:gd name="adj" fmla="val 918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69748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student,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9077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Open an Event Details page to learn more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4048" y="3703320"/>
            <a:ext cx="2523744" cy="896112"/>
          </a:xfrm>
          <a:prstGeom prst="roundRect">
            <a:avLst>
              <a:gd name="adj" fmla="val 918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74904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student,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95935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RSVP / register and track in My Events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0" y="960120"/>
            <a:ext cx="2743200" cy="397764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1216152"/>
            <a:ext cx="2743200" cy="24688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Organizer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10128" y="1600200"/>
            <a:ext cx="2523744" cy="896112"/>
          </a:xfrm>
          <a:prstGeom prst="roundRect">
            <a:avLst>
              <a:gd name="adj" fmla="val 918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01568" y="164592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student organizer,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01568" y="185623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Create an event to promote club activities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10128" y="2651760"/>
            <a:ext cx="2523744" cy="896112"/>
          </a:xfrm>
          <a:prstGeom prst="roundRect">
            <a:avLst>
              <a:gd name="adj" fmla="val 918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01568" y="269748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student organizer,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29077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Submit an event for admin approval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10128" y="3703320"/>
            <a:ext cx="2523744" cy="896112"/>
          </a:xfrm>
          <a:prstGeom prst="roundRect">
            <a:avLst>
              <a:gd name="adj" fmla="val 918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01568" y="374904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student organizer,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01568" y="395935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View submission status on Organizer Dashboard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26480" y="960120"/>
            <a:ext cx="2743200" cy="397764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960120"/>
            <a:ext cx="2743200" cy="502920"/>
          </a:xfrm>
          <a:prstGeom prst="roundRect">
            <a:avLst>
              <a:gd name="adj" fmla="val 25455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1216152"/>
            <a:ext cx="2743200" cy="2468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26480" y="960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6208" y="1600200"/>
            <a:ext cx="2523744" cy="896112"/>
          </a:xfrm>
          <a:prstGeom prst="roundRect">
            <a:avLst>
              <a:gd name="adj" fmla="val 918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27648" y="164592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admin,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27648" y="185623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View all submitted events in a review queue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36208" y="2651760"/>
            <a:ext cx="2523744" cy="896112"/>
          </a:xfrm>
          <a:prstGeom prst="roundRect">
            <a:avLst>
              <a:gd name="adj" fmla="val 918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27648" y="269748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admin,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27648" y="290779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Approve an event so it appears on Discover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36208" y="3703320"/>
            <a:ext cx="2523744" cy="896112"/>
          </a:xfrm>
          <a:prstGeom prst="roundRect">
            <a:avLst>
              <a:gd name="adj" fmla="val 9184"/>
            </a:avLst>
          </a:prstGeom>
          <a:solidFill>
            <a:srgbClr val="000000"/>
          </a:solidFill>
          <a:ln w="1016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27648" y="374904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admin,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27648" y="3959352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Request changes or reject incomplete events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3BB83E0-A9D0-1D59-891C-6C27B6837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409" y="306033"/>
            <a:ext cx="1457662" cy="422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 — MVP-1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743200" cy="397764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621792"/>
          </a:xfrm>
          <a:prstGeom prst="roundRect">
            <a:avLst>
              <a:gd name="adj" fmla="val 20588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71016"/>
            <a:ext cx="2743200" cy="31089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966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0332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RSVP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289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Attendee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" y="177393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2336" y="1773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Discover page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2336" y="2295144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" y="2295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2585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approved events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2336" y="2816352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2336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7797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2336" y="3337560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" y="3337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3009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Event Details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" y="3858768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2336" y="3858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8221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RSVP/Register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2336" y="437997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2336" y="4379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343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saved to My Events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960120"/>
            <a:ext cx="2743200" cy="397764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0" y="960120"/>
            <a:ext cx="2743200" cy="621792"/>
          </a:xfrm>
          <a:prstGeom prst="roundRect">
            <a:avLst>
              <a:gd name="adj" fmla="val 20588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1271016"/>
            <a:ext cx="2743200" cy="31089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91840" y="9966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767328" y="10332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Submit Event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767328" y="1289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Organizer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28416" y="1773936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28416" y="1773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Create Event page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28416" y="2295144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28416" y="2295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0" y="22585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title, desc, category, date, time, location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28416" y="2816352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28416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27797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Submit for Review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28416" y="3337560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28416" y="3337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0" y="33009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marks Pending Review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328416" y="3858768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28416" y="3858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0" y="38221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appears on Dashboard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26480" y="960120"/>
            <a:ext cx="2743200" cy="397764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26480" y="960120"/>
            <a:ext cx="2743200" cy="621792"/>
          </a:xfrm>
          <a:prstGeom prst="roundRect">
            <a:avLst>
              <a:gd name="adj" fmla="val 20588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26480" y="1271016"/>
            <a:ext cx="2743200" cy="31089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17920" y="9966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UC3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693408" y="10332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Decide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693408" y="1289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54496" y="1773936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54496" y="1773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83680" y="1737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Admin Review page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54496" y="2295144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54496" y="2295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83680" y="22585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pending event queue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54496" y="2816352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254496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83680" y="27797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event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254496" y="3337560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54496" y="3337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583680" y="33009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full details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254496" y="3858768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254496" y="3858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83680" y="38221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publish live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254496" y="4379976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254496" y="4379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583680" y="4343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Request Changes / Reject</a:t>
            </a:r>
            <a:endParaRPr lang="en-US" sz="105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45FD21F5-2E20-EC8C-6F11-60411D25F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409" y="306033"/>
            <a:ext cx="1457662" cy="4225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 Sketches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screens hand-sketched covering the full MVP-1 user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44168"/>
            <a:ext cx="1965960" cy="21031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3192" y="119786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email + password 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8880" y="1344168"/>
            <a:ext cx="1965960" cy="21031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42032" y="119786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Signup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 registration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1430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1344168"/>
            <a:ext cx="1965960" cy="2103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90872" y="119786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Discover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feed with search &amp; filters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114300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0" y="1344168"/>
            <a:ext cx="1965960" cy="2103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39712" y="119786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Event Details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info + RSVP button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06324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306324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264408"/>
            <a:ext cx="1965960" cy="2103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93192" y="311810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Create Event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form: title, details, extras, review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68880" y="306324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468880" y="306324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468880" y="3264408"/>
            <a:ext cx="1965960" cy="2103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42032" y="311810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Admin Queue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6032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events with approve/send-back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306324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17720" y="306324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17720" y="3264408"/>
            <a:ext cx="1965960" cy="21031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90872" y="311810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0916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stats + event status list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66560" y="3063240"/>
            <a:ext cx="1965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66560" y="306324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766560" y="3264408"/>
            <a:ext cx="1965960" cy="2103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39712" y="3118104"/>
            <a:ext cx="1819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 My Events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RSVPs + bookmarks, going/interested</a:t>
            </a:r>
            <a:endParaRPr lang="en-US" sz="105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D06A4CE-2675-BB80-96A4-B6E42D471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409" y="306033"/>
            <a:ext cx="1457662" cy="4225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</a:rPr>
              <a:t>DEMO – MVP-1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58672" y="1150088"/>
            <a:ext cx="4114800" cy="33726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Designed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169164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6733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0352" y="2048256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20299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 Page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2404872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23865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Events Page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2761488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" y="27432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Details Page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3118104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3099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Events Page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0352" y="347472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" y="34564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Dashboard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0352" y="3831336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" y="38130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Event Page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" y="4187952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" y="4169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 Page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33558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F851979-A4B3-CCC3-DBA8-DC99A6025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409" y="306033"/>
            <a:ext cx="1457662" cy="422534"/>
          </a:xfrm>
          <a:prstGeom prst="rect">
            <a:avLst/>
          </a:prstGeom>
        </p:spPr>
      </p:pic>
      <p:sp>
        <p:nvSpPr>
          <p:cNvPr id="31" name="Shape 2">
            <a:extLst>
              <a:ext uri="{FF2B5EF4-FFF2-40B4-BE49-F238E27FC236}">
                <a16:creationId xmlns:a16="http://schemas.microsoft.com/office/drawing/2014/main" id="{62F4162F-A91B-362D-C1B9-33778F3AE781}"/>
              </a:ext>
            </a:extLst>
          </p:cNvPr>
          <p:cNvSpPr/>
          <p:nvPr/>
        </p:nvSpPr>
        <p:spPr>
          <a:xfrm>
            <a:off x="4800600" y="1115568"/>
            <a:ext cx="4114800" cy="340719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5217041" y="1372034"/>
            <a:ext cx="3600000" cy="3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Future Work</a:t>
            </a:r>
          </a:p>
        </p:txBody>
      </p:sp>
      <p:sp>
        <p:nvSpPr>
          <p:cNvPr id="33" name="Oval 32"/>
          <p:cNvSpPr/>
          <p:nvPr/>
        </p:nvSpPr>
        <p:spPr>
          <a:xfrm>
            <a:off x="4917381" y="169164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7041" y="1673352"/>
            <a:ext cx="3600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 dirty="0">
                <a:solidFill>
                  <a:srgbClr val="333333"/>
                </a:solidFill>
                <a:latin typeface="Calibri"/>
              </a:rPr>
              <a:t>Email verification with @uregina.ca domain validation</a:t>
            </a:r>
          </a:p>
        </p:txBody>
      </p:sp>
      <p:sp>
        <p:nvSpPr>
          <p:cNvPr id="35" name="Oval 34"/>
          <p:cNvSpPr/>
          <p:nvPr/>
        </p:nvSpPr>
        <p:spPr>
          <a:xfrm>
            <a:off x="4917381" y="200964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17041" y="1991352"/>
            <a:ext cx="3600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 dirty="0">
                <a:solidFill>
                  <a:srgbClr val="333333"/>
                </a:solidFill>
                <a:latin typeface="Calibri"/>
              </a:rPr>
              <a:t>Email/Push notifications for event updates</a:t>
            </a:r>
          </a:p>
        </p:txBody>
      </p:sp>
      <p:sp>
        <p:nvSpPr>
          <p:cNvPr id="37" name="Oval 36"/>
          <p:cNvSpPr/>
          <p:nvPr/>
        </p:nvSpPr>
        <p:spPr>
          <a:xfrm>
            <a:off x="4917381" y="232764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17041" y="2309352"/>
            <a:ext cx="3600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Calendar view for events</a:t>
            </a:r>
          </a:p>
        </p:txBody>
      </p:sp>
      <p:sp>
        <p:nvSpPr>
          <p:cNvPr id="39" name="Oval 38"/>
          <p:cNvSpPr/>
          <p:nvPr/>
        </p:nvSpPr>
        <p:spPr>
          <a:xfrm>
            <a:off x="4917381" y="264564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17041" y="2627352"/>
            <a:ext cx="3600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Attendance tracking and check-in</a:t>
            </a:r>
          </a:p>
        </p:txBody>
      </p:sp>
      <p:sp>
        <p:nvSpPr>
          <p:cNvPr id="41" name="Oval 40"/>
          <p:cNvSpPr/>
          <p:nvPr/>
        </p:nvSpPr>
        <p:spPr>
          <a:xfrm>
            <a:off x="4917381" y="296364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17041" y="2945352"/>
            <a:ext cx="3600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Event analytics dashboard for organizers</a:t>
            </a:r>
          </a:p>
        </p:txBody>
      </p:sp>
      <p:sp>
        <p:nvSpPr>
          <p:cNvPr id="43" name="Oval 42"/>
          <p:cNvSpPr/>
          <p:nvPr/>
        </p:nvSpPr>
        <p:spPr>
          <a:xfrm>
            <a:off x="4917381" y="328164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17041" y="3263352"/>
            <a:ext cx="3600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Map integration for event locations</a:t>
            </a:r>
          </a:p>
        </p:txBody>
      </p:sp>
      <p:sp>
        <p:nvSpPr>
          <p:cNvPr id="45" name="Oval 44"/>
          <p:cNvSpPr/>
          <p:nvPr/>
        </p:nvSpPr>
        <p:spPr>
          <a:xfrm>
            <a:off x="4917381" y="359964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217041" y="3581352"/>
            <a:ext cx="3600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Social sharing features</a:t>
            </a:r>
          </a:p>
        </p:txBody>
      </p:sp>
      <p:sp>
        <p:nvSpPr>
          <p:cNvPr id="47" name="Oval 46"/>
          <p:cNvSpPr/>
          <p:nvPr/>
        </p:nvSpPr>
        <p:spPr>
          <a:xfrm>
            <a:off x="4917381" y="391764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17041" y="3899352"/>
            <a:ext cx="3600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Event ratings and reviews from attendees</a:t>
            </a:r>
          </a:p>
        </p:txBody>
      </p:sp>
      <p:sp>
        <p:nvSpPr>
          <p:cNvPr id="49" name="Oval 48"/>
          <p:cNvSpPr/>
          <p:nvPr/>
        </p:nvSpPr>
        <p:spPr>
          <a:xfrm>
            <a:off x="4917381" y="423564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17041" y="4217352"/>
            <a:ext cx="3600000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50">
                <a:solidFill>
                  <a:srgbClr val="333333"/>
                </a:solidFill>
                <a:latin typeface="Calibri"/>
              </a:rPr>
              <a:t>Dark mode support</a:t>
            </a:r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BA70A5E1-CCAF-E0F6-BC9A-9ACB161925E3}"/>
              </a:ext>
            </a:extLst>
          </p:cNvPr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EEF4F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F295A39A-4DB3-8420-C80C-3027683FE90A}"/>
              </a:ext>
            </a:extLst>
          </p:cNvPr>
          <p:cNvSpPr/>
          <p:nvPr/>
        </p:nvSpPr>
        <p:spPr>
          <a:xfrm>
            <a:off x="496001" y="4685736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/>
              <a:t>Demo Link : </a:t>
            </a:r>
            <a:r>
              <a:rPr lang="en-US" sz="1150" dirty="0">
                <a:hlinkClick r:id="rId4"/>
              </a:rPr>
              <a:t>https://uractive.netlify.app/</a:t>
            </a:r>
            <a:r>
              <a:rPr lang="en-US" sz="1150" dirty="0"/>
              <a:t>                             |       Source Code: </a:t>
            </a:r>
            <a:r>
              <a:rPr lang="en-US" sz="1150" dirty="0">
                <a:hlinkClick r:id="rId5"/>
              </a:rPr>
              <a:t>https://github.com/salmanrafiqq/UrActive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800600"/>
            <a:ext cx="91440" cy="91440"/>
          </a:xfrm>
          <a:prstGeom prst="ellipse">
            <a:avLst/>
          </a:prstGeom>
          <a:solidFill>
            <a:srgbClr val="2ECC71">
              <a:alpha val="50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71600" y="4800600"/>
            <a:ext cx="91440" cy="91440"/>
          </a:xfrm>
          <a:prstGeom prst="ellipse">
            <a:avLst/>
          </a:prstGeom>
          <a:solidFill>
            <a:srgbClr val="2ECC71">
              <a:alpha val="50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468880" y="4800600"/>
            <a:ext cx="91440" cy="91440"/>
          </a:xfrm>
          <a:prstGeom prst="ellipse">
            <a:avLst/>
          </a:prstGeom>
          <a:solidFill>
            <a:srgbClr val="2ECC71">
              <a:alpha val="50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566160" y="4800600"/>
            <a:ext cx="91440" cy="91440"/>
          </a:xfrm>
          <a:prstGeom prst="ellipse">
            <a:avLst/>
          </a:prstGeom>
          <a:solidFill>
            <a:srgbClr val="2ECC71">
              <a:alpha val="50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663440" y="4800600"/>
            <a:ext cx="91440" cy="91440"/>
          </a:xfrm>
          <a:prstGeom prst="ellipse">
            <a:avLst/>
          </a:prstGeom>
          <a:solidFill>
            <a:srgbClr val="2ECC71">
              <a:alpha val="50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60720" y="4800600"/>
            <a:ext cx="91440" cy="91440"/>
          </a:xfrm>
          <a:prstGeom prst="ellipse">
            <a:avLst/>
          </a:prstGeom>
          <a:solidFill>
            <a:srgbClr val="2ECC71">
              <a:alpha val="50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0" y="4800600"/>
            <a:ext cx="91440" cy="91440"/>
          </a:xfrm>
          <a:prstGeom prst="ellipse">
            <a:avLst/>
          </a:prstGeom>
          <a:solidFill>
            <a:srgbClr val="2ECC71">
              <a:alpha val="50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4800600"/>
            <a:ext cx="91440" cy="91440"/>
          </a:xfrm>
          <a:prstGeom prst="ellipse">
            <a:avLst/>
          </a:prstGeom>
          <a:solidFill>
            <a:srgbClr val="2ECC71">
              <a:alpha val="50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960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URActive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1440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Campus Event.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94360" y="2651760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24356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Discover Events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651760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24356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9184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Manage Submissions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651760"/>
            <a:ext cx="2468880" cy="457200"/>
          </a:xfrm>
          <a:prstGeom prst="roundRect">
            <a:avLst>
              <a:gd name="adj" fmla="val 24000"/>
            </a:avLst>
          </a:prstGeom>
          <a:solidFill>
            <a:srgbClr val="243560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8932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Streamline Moderation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Salman Zahid  ·  200537984  ·  CS 738+739  ·  MVP-1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1043</Words>
  <Application>Microsoft Office PowerPoint</Application>
  <PresentationFormat>On-screen Show (16:9)</PresentationFormat>
  <Paragraphs>219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URActive – Campus Event Platform</dc:title>
  <dc:subject>PptxGenJS Presentation</dc:subject>
  <dc:creator>PptxGenJS</dc:creator>
  <cp:lastModifiedBy>Muhammad Salman Zahid</cp:lastModifiedBy>
  <cp:revision>5</cp:revision>
  <dcterms:created xsi:type="dcterms:W3CDTF">2026-06-23T20:55:59Z</dcterms:created>
  <dcterms:modified xsi:type="dcterms:W3CDTF">2026-06-24T04:27:41Z</dcterms:modified>
</cp:coreProperties>
</file>